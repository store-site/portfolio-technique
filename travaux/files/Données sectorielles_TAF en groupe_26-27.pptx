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36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67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72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76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95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25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61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97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48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72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0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1E3FF-C700-4CBF-B1C1-6CDF31BD8B81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48FD4-50AA-4867-BA60-91839362FD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45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Analyse financière fondamentale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Analyse de données sectorielles</a:t>
            </a:r>
            <a:endParaRPr lang="fr-FR" dirty="0" smtClean="0"/>
          </a:p>
          <a:p>
            <a:r>
              <a:rPr lang="fr-FR" dirty="0" smtClean="0"/>
              <a:t>Travail en groupe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650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Travail à </a:t>
            </a:r>
            <a:r>
              <a:rPr lang="fr-FR" dirty="0" smtClean="0"/>
              <a:t>faire en groupe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u="sng" dirty="0"/>
              <a:t>Questions </a:t>
            </a:r>
            <a:r>
              <a:rPr lang="fr-FR" dirty="0" smtClean="0"/>
              <a:t>: </a:t>
            </a:r>
            <a:endParaRPr lang="fr-FR" dirty="0"/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Quelle est l’entreprise la plus risquée ? Pourquoi ?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Quelle est l’entreprise la plus « sûre » ? Pourquoi ?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Quelle est l’entreprise la plus rentable ? Pourquoi ?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Si vous étiez un investisseur, dans quelle entreprise investiriez-vous ? Pourquoi ?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Si vous devez/pouvez investir dans un seul secteur (e-commerce, télécoms ou smartphones), lequel choisiriez-vous ? Pourquoi 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877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Quelle est l’entreprise la plus risquée ? Pourquoi 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Il s’agit ici d’évaluer la situation financière de chaque entreprise en se basant sur les éléments présentés dans les fichiers </a:t>
            </a:r>
            <a:r>
              <a:rPr lang="fr-FR" dirty="0" err="1" smtClean="0"/>
              <a:t>pdf</a:t>
            </a:r>
            <a:r>
              <a:rPr lang="fr-FR" dirty="0" smtClean="0"/>
              <a:t> correspondants, à savoir:</a:t>
            </a:r>
          </a:p>
          <a:p>
            <a:pPr lvl="1"/>
            <a:r>
              <a:rPr lang="fr-FR" dirty="0" smtClean="0"/>
              <a:t>Stratégie adoptée par l’entreprise </a:t>
            </a:r>
          </a:p>
          <a:p>
            <a:pPr lvl="1"/>
            <a:r>
              <a:rPr lang="fr-FR" dirty="0" smtClean="0"/>
              <a:t>Analyse SWOT </a:t>
            </a:r>
          </a:p>
          <a:p>
            <a:pPr lvl="1"/>
            <a:r>
              <a:rPr lang="fr-FR" dirty="0" smtClean="0"/>
              <a:t>Évolution des indicateurs comptables et financiers </a:t>
            </a:r>
          </a:p>
          <a:p>
            <a:pPr lvl="1"/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193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Quelle est l’entreprise la plus « sûre » ? Pourquoi 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Pour répondre à cette question il faut mettre en évidence la « solidité » de l’entreprise dans le temps. </a:t>
            </a:r>
          </a:p>
          <a:p>
            <a:r>
              <a:rPr lang="fr-FR" dirty="0" smtClean="0"/>
              <a:t>Il ne suffit pas de juger sa performance à l’instant t, il faut également regarder si celle-ci perdure dans le temps. Notamment en analysant le taux annuel moyen de ses principaux indicateurs financiers.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336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Quelle est l’entreprise la plus rentable ? Pourquoi ?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Pour répondre à cette question il suffit d’analyser l’</a:t>
            </a:r>
            <a:r>
              <a:rPr lang="fr-FR" dirty="0"/>
              <a:t>é</a:t>
            </a:r>
            <a:r>
              <a:rPr lang="fr-FR" dirty="0" smtClean="0"/>
              <a:t>volution des ratios de rentabilité et/ou du résultat opérationnel: </a:t>
            </a:r>
          </a:p>
          <a:p>
            <a:pPr lvl="1"/>
            <a:r>
              <a:rPr lang="fr-FR" dirty="0" smtClean="0"/>
              <a:t>Évolution de l’EBIT pour l’industrie des smartphones par exemple</a:t>
            </a:r>
          </a:p>
          <a:p>
            <a:pPr lvl="1"/>
            <a:r>
              <a:rPr lang="fr-FR" dirty="0" smtClean="0"/>
              <a:t>Celle-ci peut être comparer à celle du CA pour avoir une idée sur l’évolution de la profitabilité de l’entreprise.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358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Si vous étiez un investisseur, dans quelle entreprise investiriez-vous ? Pourquoi ?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La réponse à cette question dépend des réponses précédentes. </a:t>
            </a:r>
            <a:endParaRPr lang="fr-FR" dirty="0"/>
          </a:p>
          <a:p>
            <a:r>
              <a:rPr lang="fr-FR" dirty="0" smtClean="0"/>
              <a:t>Etant rationnel, l’investisseur choisira l’entreprise :</a:t>
            </a:r>
          </a:p>
          <a:p>
            <a:pPr lvl="1"/>
            <a:r>
              <a:rPr lang="fr-FR" dirty="0" smtClean="0"/>
              <a:t>la moins risquée;</a:t>
            </a:r>
          </a:p>
          <a:p>
            <a:pPr lvl="1"/>
            <a:r>
              <a:rPr lang="fr-FR" dirty="0"/>
              <a:t>l</a:t>
            </a:r>
            <a:r>
              <a:rPr lang="fr-FR" dirty="0" smtClean="0"/>
              <a:t>a plus sûre;</a:t>
            </a:r>
          </a:p>
          <a:p>
            <a:pPr lvl="1"/>
            <a:r>
              <a:rPr lang="fr-FR" dirty="0" smtClean="0"/>
              <a:t>la plus rentable;</a:t>
            </a:r>
          </a:p>
          <a:p>
            <a:pPr lvl="1"/>
            <a:r>
              <a:rPr lang="fr-FR" dirty="0"/>
              <a:t>e</a:t>
            </a:r>
            <a:r>
              <a:rPr lang="fr-FR" dirty="0" smtClean="0"/>
              <a:t>tc.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466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Si vous devez/pouvez investir dans un seul secteur (e-commerce, télécoms ou smartphones), lequel choisiriez-vous ? Pourquoi ?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Pour répondre à cette question, il faut absolument faire le lien entre l’entreprise et son environnement. </a:t>
            </a:r>
            <a:endParaRPr lang="fr-FR" dirty="0"/>
          </a:p>
          <a:p>
            <a:r>
              <a:rPr lang="fr-FR" dirty="0" smtClean="0"/>
              <a:t>Une entreprise rentable et très performante à l’instant t mais appartenant à un secteur en déclin ou en phase de maturité n’est pas obligatoirement un « bon investissement ». </a:t>
            </a:r>
          </a:p>
          <a:p>
            <a:r>
              <a:rPr lang="fr-FR" dirty="0" smtClean="0"/>
              <a:t>Il faut choisir l’entreprise la plus performante appartenant au secteur le plus « porteur » (en croissance où les opportunités de développement sont plus nombreuses et où l’entreprise aura de l’avenir). </a:t>
            </a:r>
          </a:p>
          <a:p>
            <a:r>
              <a:rPr lang="fr-FR" dirty="0" smtClean="0"/>
              <a:t>L’analyse </a:t>
            </a:r>
            <a:r>
              <a:rPr lang="fr-FR" smtClean="0"/>
              <a:t>SWOT sera </a:t>
            </a:r>
            <a:r>
              <a:rPr lang="fr-FR" dirty="0" smtClean="0"/>
              <a:t>ici d’une grande utilité.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74917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434</Words>
  <Application>Microsoft Office PowerPoint</Application>
  <PresentationFormat>Grand écran</PresentationFormat>
  <Paragraphs>34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Analyse financière fondamentale</vt:lpstr>
      <vt:lpstr>Travail à faire en groupe</vt:lpstr>
      <vt:lpstr>Quelle est l’entreprise la plus risquée ? Pourquoi ?</vt:lpstr>
      <vt:lpstr>Quelle est l’entreprise la plus « sûre » ? Pourquoi ?</vt:lpstr>
      <vt:lpstr>Quelle est l’entreprise la plus rentable ? Pourquoi ? </vt:lpstr>
      <vt:lpstr>Si vous étiez un investisseur, dans quelle entreprise investiriez-vous ? Pourquoi ? </vt:lpstr>
      <vt:lpstr>Si vous devez/pouvez investir dans un seul secteur (e-commerce, télécoms ou smartphones), lequel choisiriez-vous ? Pourquoi ? 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financière fondamentale</dc:title>
  <dc:creator>GARSAA Aziza</dc:creator>
  <cp:lastModifiedBy>Aziza GARSAA</cp:lastModifiedBy>
  <cp:revision>14</cp:revision>
  <dcterms:created xsi:type="dcterms:W3CDTF">2022-10-14T21:44:50Z</dcterms:created>
  <dcterms:modified xsi:type="dcterms:W3CDTF">2026-08-30T17:27:09Z</dcterms:modified>
</cp:coreProperties>
</file>